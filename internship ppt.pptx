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B9701-D034-4182-A55F-F53EFC44E65A}" v="31" dt="2026-08-14T17:24:25.362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31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04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85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3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8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9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78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69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46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41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1782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24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0446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614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61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34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AE46D-A536-415B-88D1-3187D1582B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511A72E-CE5E-4A42-AFFA-4122DF5FA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08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BE66-3723-14E8-B4B7-6FAA3609BA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Week 1 Internship Report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 Fundamentals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227FA-5551-4F9B-FAD3-2445BA448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4581" y="3164888"/>
            <a:ext cx="8915399" cy="1126283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Krina Sorathiya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Internship: DG Interns Hub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Week: 2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Date: 14</a:t>
            </a:r>
            <a:r>
              <a:rPr lang="en-IN" sz="2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August 2026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120913-C8AB-6A6A-D481-93BC3E20F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04040" y="2807452"/>
            <a:ext cx="826731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D9033A8-AE2A-980D-E550-97860DC0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202" y="2664761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0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FF1A-7F82-B738-751A-8DE2DD80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AD3D-9BDA-35D5-0F39-2271CEBF7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9124" y="218047"/>
            <a:ext cx="4273703" cy="647410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E041-C64E-22E1-053D-4EB8487FC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4339" y="1365585"/>
            <a:ext cx="8915399" cy="1126283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Week 2 of the DG Interns Hub Cybersecurity Internship was to develop practical knowledge of advanced networking concepts, network traffic analysis, basic network scanning, and security attack concepts.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week, I studied common network ports and services, learned the functions of routers, switches, and firewalls, and explored basic network security concepts such as Man-in-the-Middle (MITM), Denial of Service (DoS), and packet sniffing.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performed practical activities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Wireshark, Nmap, and Cisco Packet Tracer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42356F-5E2F-9C17-BE20-1FF3A72CF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12583" y="1008148"/>
            <a:ext cx="826731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0345415-7CFB-5AB3-D451-B3B8AF155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9961" y="86545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0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0576-6AEA-4B67-D575-EA2FE82D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416" y="455670"/>
            <a:ext cx="8911687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PORTS &amp; SERVICES: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ED4AD6-6CD0-FCC5-D97A-41818BD2B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0487"/>
              </p:ext>
            </p:extLst>
          </p:nvPr>
        </p:nvGraphicFramePr>
        <p:xfrm>
          <a:off x="2809239" y="1182848"/>
          <a:ext cx="7752500" cy="545284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125198">
                  <a:extLst>
                    <a:ext uri="{9D8B030D-6E8A-4147-A177-3AD203B41FA5}">
                      <a16:colId xmlns:a16="http://schemas.microsoft.com/office/drawing/2014/main" val="396529104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3439009520"/>
                    </a:ext>
                  </a:extLst>
                </a:gridCol>
                <a:gridCol w="2130803">
                  <a:extLst>
                    <a:ext uri="{9D8B030D-6E8A-4147-A177-3AD203B41FA5}">
                      <a16:colId xmlns:a16="http://schemas.microsoft.com/office/drawing/2014/main" val="4260470048"/>
                    </a:ext>
                  </a:extLst>
                </a:gridCol>
                <a:gridCol w="2550253">
                  <a:extLst>
                    <a:ext uri="{9D8B030D-6E8A-4147-A177-3AD203B41FA5}">
                      <a16:colId xmlns:a16="http://schemas.microsoft.com/office/drawing/2014/main" val="2890402316"/>
                    </a:ext>
                  </a:extLst>
                </a:gridCol>
              </a:tblGrid>
              <a:tr h="1922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Port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Protocol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Service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Usage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1450124965"/>
                  </a:ext>
                </a:extLst>
              </a:tr>
              <a:tr h="1924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20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TCP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FTP Data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Transfers file data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1495989486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21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TCP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FTP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FTP control connection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664900757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22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SSH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Secure remote access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4078747838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23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TCP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Telnet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Remote terminal access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817977234"/>
                  </a:ext>
                </a:extLst>
              </a:tr>
              <a:tr h="1924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25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TCP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SMTP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Sending email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000456644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53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TCP/UDP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DNS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Domain name resolution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92657073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67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DHCP Server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Provides IP configuration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2915808302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68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DHCP Client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Receives IP configuration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4129118654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69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TFTP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Simple file transfer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1203758435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80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HTTP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Web communication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94985486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110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POP3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Receiving email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243297667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123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NTP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Time synchronization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012733004"/>
                  </a:ext>
                </a:extLst>
              </a:tr>
              <a:tr h="342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135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MS RPC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Windows RPC communication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070634354"/>
                  </a:ext>
                </a:extLst>
              </a:tr>
              <a:tr h="342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139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NetBIOS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Windows network communication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634990146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143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IMAP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Email access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1353385408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161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SNMP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Network monitoring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348226071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389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TCP/UDP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LDAP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Directory services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988524601"/>
                  </a:ext>
                </a:extLst>
              </a:tr>
              <a:tr h="342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443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HTTPS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Secure web communication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911477994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445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SMB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File and printer sharing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271003717"/>
                  </a:ext>
                </a:extLst>
              </a:tr>
              <a:tr h="17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3389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TCP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</a:rPr>
                        <a:t>RDP</a:t>
                      </a:r>
                      <a:endParaRPr lang="en-IN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Remote desktop access</a:t>
                      </a:r>
                      <a:endParaRPr lang="en-IN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8" marR="5918" marT="5918" marB="5918" anchor="ctr"/>
                </a:tc>
                <a:extLst>
                  <a:ext uri="{0D108BD9-81ED-4DB2-BD59-A6C34878D82A}">
                    <a16:rowId xmlns:a16="http://schemas.microsoft.com/office/drawing/2014/main" val="2346992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14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9D36-31E3-41EC-05E4-C9BF97B1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785" y="489886"/>
            <a:ext cx="8911687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DEVICES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17D2A-E46A-B302-FFA1-E31D4847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54" y="1264555"/>
            <a:ext cx="8992999" cy="54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8440-BCB4-84AC-FB4E-B26B84CA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PACKET ANALYSIS USING WIRESHARK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CA7AB-CB61-953D-A759-16B291004F2E}"/>
              </a:ext>
            </a:extLst>
          </p:cNvPr>
          <p:cNvSpPr txBox="1"/>
          <p:nvPr/>
        </p:nvSpPr>
        <p:spPr>
          <a:xfrm>
            <a:off x="1923175" y="1357530"/>
            <a:ext cx="89741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network traffic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DNS requests, HTTPS traffic, source IP addresses, destination IP addresses, protocols, and port numbers.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Wireshark 4.6.7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 Wireshark and selected the active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interface.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packet capture.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network traffic by browsing websites.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Stopped the packet capture after sufficient traffic was collected.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display filters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 packets.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DNS, TCP and TLS/HTTPS traffic.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Inspected source and destination IP addresses and port numbers.</a:t>
            </a:r>
          </a:p>
        </p:txBody>
      </p:sp>
    </p:spTree>
    <p:extLst>
      <p:ext uri="{BB962C8B-B14F-4D97-AF65-F5344CB8AC3E}">
        <p14:creationId xmlns:p14="http://schemas.microsoft.com/office/powerpoint/2010/main" val="73168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82CE-8632-7010-64C1-1EFFE5CD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Used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4DC01D-DA8F-711C-4DB1-2B1278C49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76" y="1905000"/>
            <a:ext cx="4718012" cy="37766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CE138-0012-FE60-C68E-2CC5345A9C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81383"/>
            <a:ext cx="5731510" cy="3223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760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0E01-7649-D073-FDC5-D33970A3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493" y="643775"/>
            <a:ext cx="8911687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D8E66-3D0B-F350-ADE1-2D9DB68152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45905"/>
            <a:ext cx="5731510" cy="2988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AC2DF3-418C-3CCC-F560-4443F957D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010504"/>
              </p:ext>
            </p:extLst>
          </p:nvPr>
        </p:nvGraphicFramePr>
        <p:xfrm>
          <a:off x="864066" y="2763404"/>
          <a:ext cx="4941116" cy="20116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41007">
                  <a:extLst>
                    <a:ext uri="{9D8B030D-6E8A-4147-A177-3AD203B41FA5}">
                      <a16:colId xmlns:a16="http://schemas.microsoft.com/office/drawing/2014/main" val="2493392055"/>
                    </a:ext>
                  </a:extLst>
                </a:gridCol>
                <a:gridCol w="3100109">
                  <a:extLst>
                    <a:ext uri="{9D8B030D-6E8A-4147-A177-3AD203B41FA5}">
                      <a16:colId xmlns:a16="http://schemas.microsoft.com/office/drawing/2014/main" val="2120147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13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 identify DNS requests and responses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446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tcp.port == 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 identify HTTPS-related TCP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164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 view IP-based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69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75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7007-7698-9A37-7803-0D3C4D97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SCANNING USING NMAP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F663E-CB78-CE5A-D7BB-D56E96F2AF57}"/>
              </a:ext>
            </a:extLst>
          </p:cNvPr>
          <p:cNvSpPr txBox="1"/>
          <p:nvPr/>
        </p:nvSpPr>
        <p:spPr>
          <a:xfrm>
            <a:off x="952768" y="1432576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an authorized network scan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the target's open ports and associated services in a safe environment.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7.99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Target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scanme.nmap.org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scan was performed only on the authorized Nmap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target.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Used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Check Nmap installation/version: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--version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Basic network scan: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scanme.nmap.org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Service/version detection: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scanme.nmap.org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28E6B6-FE27-B58B-C0F8-5C841B5AD7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448" y="2610532"/>
            <a:ext cx="5731510" cy="291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5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BCA39-90AE-636F-C90C-57330F8F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663E-99F2-E5A6-943D-219660C5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SCANNING USING NMAP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108D7-36AA-A128-B8CF-309B7C1CA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4126" y="1905000"/>
            <a:ext cx="8915400" cy="377762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Version Detection: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</a:p>
          <a:p>
            <a:pPr lvl="0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scanme.nmap.org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18CA3-B6B1-5CDB-2268-92AFEF2FA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4" y="3624044"/>
            <a:ext cx="6785967" cy="223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5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89CE8-6720-2C0A-86D9-FBBC3BAB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F691-718A-18E8-DBFF-85C4DBF0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 LAN SETUP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D6DB9-23DC-F364-4394-B9CF315D87EA}"/>
              </a:ext>
            </a:extLst>
          </p:cNvPr>
          <p:cNvSpPr txBox="1"/>
          <p:nvPr/>
        </p:nvSpPr>
        <p:spPr>
          <a:xfrm>
            <a:off x="912948" y="1432576"/>
            <a:ext cx="51830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an authorized network scan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the target's open ports and associated services in a safe environment.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7.99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Target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scanme.nmap.org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scan was performed only on the authorized Nmap training target.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Used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Check Nmap installation/version: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--version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Basic network scan: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scanme.nmap.org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Service/version detection: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scanme.nmap.org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53B1B3-3EA9-2DF5-6C61-54901BAB7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281" y="2326682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5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38C0-E838-69AA-4F14-6334E57C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 Practical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DC2FC1-A47C-B476-010A-488D1042A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6534" y="2133600"/>
            <a:ext cx="6940758" cy="3778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CE8B7-C78C-0ADA-F6A4-087B93F34843}"/>
              </a:ext>
            </a:extLst>
          </p:cNvPr>
          <p:cNvSpPr txBox="1"/>
          <p:nvPr/>
        </p:nvSpPr>
        <p:spPr>
          <a:xfrm>
            <a:off x="1720646" y="1905000"/>
            <a:ext cx="3205316" cy="380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 :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create a simple network consisting of one PC, one Switch, and one Router.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Devices Used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PC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Cisco 2960 Switch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Router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Copper Straight-Through Cable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Network Topology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PC → Switch → Router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5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45CF-8276-AA5C-8E3B-0838EE75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Testing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66682E-8BDF-D184-9D9F-9CD33E5F6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426" y="1465005"/>
            <a:ext cx="6254186" cy="5034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30A417-7184-9EC8-2F38-826D835C2572}"/>
              </a:ext>
            </a:extLst>
          </p:cNvPr>
          <p:cNvSpPr txBox="1"/>
          <p:nvPr/>
        </p:nvSpPr>
        <p:spPr>
          <a:xfrm>
            <a:off x="1474838" y="2215041"/>
            <a:ext cx="3578943" cy="206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configuring the devices, the following command was executed: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ping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192.168.1.1</a:t>
            </a:r>
            <a:endParaRPr lang="en-IN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router successfully responded, confirming that the network was configured correctly.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774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506C-E5A0-E328-9432-8C72B8A3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82833"/>
            <a:ext cx="8911687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Testing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F5031-8DF8-7AE3-02B3-87C5D779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004" y="1261178"/>
            <a:ext cx="5731510" cy="5258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4D1F79-D990-2F44-F0E3-DCE32FB5E838}"/>
              </a:ext>
            </a:extLst>
          </p:cNvPr>
          <p:cNvSpPr txBox="1"/>
          <p:nvPr/>
        </p:nvSpPr>
        <p:spPr>
          <a:xfrm>
            <a:off x="991998" y="1704997"/>
            <a:ext cx="51739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PCs were configured with IP addresses from the same network: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192.168.1.0/24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 provided connectivity between the two devices. The successful ping confirmed that the IP configuration, physical connections, and local network communication were working correctly.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LAN was successfully created in Cisco Packet Tracer. Two PCs were connected through a switch, assigned appropriate IP addresses, and successfully tested using the ping command.</a:t>
            </a:r>
          </a:p>
        </p:txBody>
      </p:sp>
    </p:spTree>
    <p:extLst>
      <p:ext uri="{BB962C8B-B14F-4D97-AF65-F5344CB8AC3E}">
        <p14:creationId xmlns:p14="http://schemas.microsoft.com/office/powerpoint/2010/main" val="4007496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AD31-218C-507A-9700-C20B2A34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F32A-2DDF-8877-1D17-7AD6F81F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902" y="1661652"/>
            <a:ext cx="8915400" cy="3777622"/>
          </a:xfrm>
        </p:spPr>
        <p:txBody>
          <a:bodyPr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networking concepts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common ports &amp; services.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role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Routers, Switches and Firewalls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traffic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DNS, TCP/HTTPS traffic, IP addresses and ports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network scanning using Nmap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ports and running services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tested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using Cisco Packet Tracer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MITM, DoS and Packet Sniffing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troubleshooting and cybersecurity skills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33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0AA99D-0722-36B5-5E13-5300DB2DA8EC}"/>
              </a:ext>
            </a:extLst>
          </p:cNvPr>
          <p:cNvSpPr txBox="1"/>
          <p:nvPr/>
        </p:nvSpPr>
        <p:spPr>
          <a:xfrm>
            <a:off x="1641988" y="7375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8BE97C-FFC3-632E-688F-1671703E9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180" y="1540189"/>
            <a:ext cx="10222219" cy="3777622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DG Interns Hub Week 2 assignment provided practical exposure to networking and cybersecurity fundamentals.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theory tasks, I learned about common ports, services, networking devices, and network security concepts.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practical activities, I used Wireshark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traffic, Nmap to perform authorized network scanning, and Cisco Packet Tracer to create and test network topologies.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assignment also helped me understand how network security concepts such as MITM, DoS, and packet sniffing relate to real-world cybersecurity.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Week 2 improved my understanding of networking, network analysis, security concepts, troubleshooting, and responsible use of cybersecurity tools.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6585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E2F3-C062-FA51-8231-01734016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2762865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  <a:cs typeface="Aldhabi" panose="01000000000000000000" pitchFamily="2" charset="-78"/>
              </a:rPr>
              <a:t>Thank you </a:t>
            </a:r>
            <a:endParaRPr lang="en-IN" sz="5400" dirty="0">
              <a:solidFill>
                <a:schemeClr val="tx1"/>
              </a:solidFill>
              <a:latin typeface="Algerian" panose="04020705040A02060702" pitchFamily="82" charset="0"/>
              <a:cs typeface="Aldhabi" panose="01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65CE3-6176-1599-BA81-FC36F9B5E13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5994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948</Words>
  <Application>Microsoft Office PowerPoint</Application>
  <PresentationFormat>Widescreen</PresentationFormat>
  <Paragraphs>195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Algerian</vt:lpstr>
      <vt:lpstr>Aptos</vt:lpstr>
      <vt:lpstr>Arial</vt:lpstr>
      <vt:lpstr>Century Gothic</vt:lpstr>
      <vt:lpstr>Symbol</vt:lpstr>
      <vt:lpstr>Times New Roman</vt:lpstr>
      <vt:lpstr>Wingdings</vt:lpstr>
      <vt:lpstr>Wingdings 3</vt:lpstr>
      <vt:lpstr>Wisp</vt:lpstr>
      <vt:lpstr>    Week 1 Internship Report Computer Networking Fundamentals     </vt:lpstr>
      <vt:lpstr>Introduction</vt:lpstr>
      <vt:lpstr>PORTS &amp; SERVICES:</vt:lpstr>
      <vt:lpstr>NETWORKING DEVICES</vt:lpstr>
      <vt:lpstr>PACKET ANALYSIS USING WIRESHARK</vt:lpstr>
      <vt:lpstr>Filters Used</vt:lpstr>
      <vt:lpstr>Filters Used</vt:lpstr>
      <vt:lpstr>NETWORK SCANNING USING NMAP</vt:lpstr>
      <vt:lpstr>NETWORK SCANNING USING NMAP</vt:lpstr>
      <vt:lpstr>CISCO PACKET TRACER LAN SETUP</vt:lpstr>
      <vt:lpstr>Cisco Packet Tracer Practical </vt:lpstr>
      <vt:lpstr>Connectivity Testing </vt:lpstr>
      <vt:lpstr>Connectivity Testing </vt:lpstr>
      <vt:lpstr>Learning Outcomes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krina sorathiya</dc:creator>
  <cp:lastModifiedBy>krina sorathiya</cp:lastModifiedBy>
  <cp:revision>2</cp:revision>
  <dcterms:created xsi:type="dcterms:W3CDTF">2026-08-07T17:59:55Z</dcterms:created>
  <dcterms:modified xsi:type="dcterms:W3CDTF">2026-08-14T17:24:56Z</dcterms:modified>
</cp:coreProperties>
</file>